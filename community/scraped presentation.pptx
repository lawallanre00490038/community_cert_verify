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5.svg" ContentType="image/svg+xml"/>
  <Override PartName="/ppt/media/image1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59" r:id="rId4"/>
    <p:sldId id="276" r:id="rId5"/>
    <p:sldId id="260" r:id="rId6"/>
    <p:sldId id="261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image" Target="../media/image5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3.bin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7.bin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image" Target="../media/image16.jpeg"/><Relationship Id="rId5" Type="http://schemas.openxmlformats.org/officeDocument/2006/relationships/image" Target="../media/image8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8.bin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9.bin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0CD6-7466-4791-B1F3-50AC89E13B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9C9F-6529-47A5-933F-EFE9FB6CBA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picture containing outdoor object, night sky&#10;&#10;Description automatically generated"/>
          <p:cNvPicPr>
            <a:picLocks noChangeAspect="1"/>
          </p:cNvPicPr>
          <p:nvPr userDrawn="1"/>
        </p:nvPicPr>
        <p:blipFill rotWithShape="1">
          <a:blip r:embed="rId5" cstate="email"/>
          <a:srcRect/>
          <a:stretch>
            <a:fillRect/>
          </a:stretch>
        </p:blipFill>
        <p:spPr>
          <a:xfrm>
            <a:off x="0" y="0"/>
            <a:ext cx="12192000" cy="6856312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06760" y="5164995"/>
            <a:ext cx="10378481" cy="664797"/>
          </a:xfrm>
        </p:spPr>
        <p:txBody>
          <a:bodyPr vert="horz" wrap="square" anchor="b">
            <a:spAutoFit/>
          </a:bodyPr>
          <a:lstStyle>
            <a:lvl1pPr algn="ctr"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06760" y="5921867"/>
            <a:ext cx="10378481" cy="348557"/>
          </a:xfrm>
        </p:spPr>
        <p:txBody>
          <a:bodyPr wrap="square">
            <a:sp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3" name="Picture 12" descr="Logo&#10;&#10;Description automatically generated"/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6996" y="2647233"/>
            <a:ext cx="2425724" cy="1264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0" y="234"/>
            <a:ext cx="12192000" cy="6857531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2118" y="4843358"/>
            <a:ext cx="7503201" cy="664797"/>
          </a:xfrm>
        </p:spPr>
        <p:txBody>
          <a:bodyPr vert="horz" wrap="square" anchor="b">
            <a:spAutoFit/>
          </a:bodyPr>
          <a:lstStyle>
            <a:lvl1pPr algn="l">
              <a:defRPr sz="4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2118" y="5600230"/>
            <a:ext cx="7503201" cy="348557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7" name="Picture 16" descr="Logo&#10;&#10;Description automatically generated"/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118" y="3246120"/>
            <a:ext cx="2425724" cy="1264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21599" y="4093797"/>
            <a:ext cx="4572000" cy="1329595"/>
          </a:xfrm>
        </p:spPr>
        <p:txBody>
          <a:bodyPr vert="horz" anchor="b">
            <a:spAutoFit/>
          </a:bodyPr>
          <a:lstStyle>
            <a:lvl1pPr algn="l">
              <a:defRPr sz="4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21599" y="5515467"/>
            <a:ext cx="4572000" cy="348557"/>
          </a:xfrm>
        </p:spPr>
        <p:txBody>
          <a:bodyPr>
            <a:spAutoFit/>
          </a:bodyPr>
          <a:lstStyle>
            <a:lvl1pPr marL="0" indent="0" algn="l">
              <a:buNone/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3" name="Picture 12" descr="Logo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342431" y="227578"/>
            <a:ext cx="2314854" cy="1207030"/>
          </a:xfrm>
          <a:prstGeom prst="rect">
            <a:avLst/>
          </a:prstGeom>
        </p:spPr>
      </p:pic>
      <p:sp>
        <p:nvSpPr>
          <p:cNvPr id="14" name="Freeform: Shape 13"/>
          <p:cNvSpPr/>
          <p:nvPr userDrawn="1"/>
        </p:nvSpPr>
        <p:spPr>
          <a:xfrm flipH="1">
            <a:off x="4892970" y="0"/>
            <a:ext cx="7299030" cy="6859686"/>
          </a:xfrm>
          <a:custGeom>
            <a:avLst/>
            <a:gdLst>
              <a:gd name="connsiteX0" fmla="*/ 6991179 w 7299030"/>
              <a:gd name="connsiteY0" fmla="*/ 0 h 6859686"/>
              <a:gd name="connsiteX1" fmla="*/ 0 w 7299030"/>
              <a:gd name="connsiteY1" fmla="*/ 0 h 6859686"/>
              <a:gd name="connsiteX2" fmla="*/ 0 w 7299030"/>
              <a:gd name="connsiteY2" fmla="*/ 6859686 h 6859686"/>
              <a:gd name="connsiteX3" fmla="*/ 4290528 w 7299030"/>
              <a:gd name="connsiteY3" fmla="*/ 6859686 h 6859686"/>
              <a:gd name="connsiteX4" fmla="*/ 4319804 w 7299030"/>
              <a:gd name="connsiteY4" fmla="*/ 6844692 h 6859686"/>
              <a:gd name="connsiteX5" fmla="*/ 7299030 w 7299030"/>
              <a:gd name="connsiteY5" fmla="*/ 1839063 h 6859686"/>
              <a:gd name="connsiteX6" fmla="*/ 7101849 w 7299030"/>
              <a:gd name="connsiteY6" fmla="*/ 348323 h 68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99030" h="6859686">
                <a:moveTo>
                  <a:pt x="6991179" y="0"/>
                </a:moveTo>
                <a:lnTo>
                  <a:pt x="0" y="0"/>
                </a:lnTo>
                <a:lnTo>
                  <a:pt x="0" y="6859686"/>
                </a:lnTo>
                <a:lnTo>
                  <a:pt x="4290528" y="6859686"/>
                </a:lnTo>
                <a:lnTo>
                  <a:pt x="4319804" y="6844692"/>
                </a:lnTo>
                <a:cubicBezTo>
                  <a:pt x="6094365" y="5880693"/>
                  <a:pt x="7299030" y="4000560"/>
                  <a:pt x="7299030" y="1839063"/>
                </a:cubicBezTo>
                <a:cubicBezTo>
                  <a:pt x="7299030" y="1323251"/>
                  <a:pt x="7230428" y="823462"/>
                  <a:pt x="7101849" y="3483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/>
          <p:cNvSpPr/>
          <p:nvPr userDrawn="1"/>
        </p:nvSpPr>
        <p:spPr>
          <a:xfrm flipH="1">
            <a:off x="5094227" y="1688"/>
            <a:ext cx="7097773" cy="6857998"/>
          </a:xfrm>
          <a:custGeom>
            <a:avLst/>
            <a:gdLst>
              <a:gd name="connsiteX0" fmla="*/ 6789922 w 7097773"/>
              <a:gd name="connsiteY0" fmla="*/ 0 h 6857998"/>
              <a:gd name="connsiteX1" fmla="*/ 0 w 7097773"/>
              <a:gd name="connsiteY1" fmla="*/ 0 h 6857998"/>
              <a:gd name="connsiteX2" fmla="*/ 0 w 7097773"/>
              <a:gd name="connsiteY2" fmla="*/ 6857998 h 6857998"/>
              <a:gd name="connsiteX3" fmla="*/ 4092567 w 7097773"/>
              <a:gd name="connsiteY3" fmla="*/ 6857998 h 6857998"/>
              <a:gd name="connsiteX4" fmla="*/ 4118547 w 7097773"/>
              <a:gd name="connsiteY4" fmla="*/ 6844692 h 6857998"/>
              <a:gd name="connsiteX5" fmla="*/ 7097773 w 7097773"/>
              <a:gd name="connsiteY5" fmla="*/ 1839063 h 6857998"/>
              <a:gd name="connsiteX6" fmla="*/ 6900592 w 7097773"/>
              <a:gd name="connsiteY6" fmla="*/ 348323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7773" h="6857998">
                <a:moveTo>
                  <a:pt x="6789922" y="0"/>
                </a:moveTo>
                <a:lnTo>
                  <a:pt x="0" y="0"/>
                </a:lnTo>
                <a:lnTo>
                  <a:pt x="0" y="6857998"/>
                </a:lnTo>
                <a:lnTo>
                  <a:pt x="4092567" y="6857998"/>
                </a:lnTo>
                <a:lnTo>
                  <a:pt x="4118547" y="6844692"/>
                </a:lnTo>
                <a:cubicBezTo>
                  <a:pt x="5893108" y="5880693"/>
                  <a:pt x="7097773" y="4000560"/>
                  <a:pt x="7097773" y="1839063"/>
                </a:cubicBezTo>
                <a:cubicBezTo>
                  <a:pt x="7097773" y="1323251"/>
                  <a:pt x="7029171" y="823462"/>
                  <a:pt x="6900592" y="34832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r>
              <a:rPr lang="en-US" sz="4800" b="1"/>
              <a:t>     </a:t>
            </a:r>
            <a:endParaRPr lang="en-US" sz="4800" b="1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 cstate="email"/>
          <a:srcRect/>
          <a:stretch>
            <a:fillRect/>
          </a:stretch>
        </p:blipFill>
        <p:spPr>
          <a:xfrm>
            <a:off x="5399028" y="1688"/>
            <a:ext cx="6792972" cy="6856312"/>
          </a:xfrm>
          <a:custGeom>
            <a:avLst/>
            <a:gdLst>
              <a:gd name="connsiteX0" fmla="*/ 307851 w 6373872"/>
              <a:gd name="connsiteY0" fmla="*/ 0 h 6856312"/>
              <a:gd name="connsiteX1" fmla="*/ 6373872 w 6373872"/>
              <a:gd name="connsiteY1" fmla="*/ 0 h 6856312"/>
              <a:gd name="connsiteX2" fmla="*/ 6373872 w 6373872"/>
              <a:gd name="connsiteY2" fmla="*/ 6856312 h 6856312"/>
              <a:gd name="connsiteX3" fmla="*/ 3001914 w 6373872"/>
              <a:gd name="connsiteY3" fmla="*/ 6856312 h 6856312"/>
              <a:gd name="connsiteX4" fmla="*/ 2979226 w 6373872"/>
              <a:gd name="connsiteY4" fmla="*/ 6844692 h 6856312"/>
              <a:gd name="connsiteX5" fmla="*/ 0 w 6373872"/>
              <a:gd name="connsiteY5" fmla="*/ 1839063 h 6856312"/>
              <a:gd name="connsiteX6" fmla="*/ 197181 w 6373872"/>
              <a:gd name="connsiteY6" fmla="*/ 348323 h 685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3872" h="6856312">
                <a:moveTo>
                  <a:pt x="307851" y="0"/>
                </a:moveTo>
                <a:lnTo>
                  <a:pt x="6373872" y="0"/>
                </a:lnTo>
                <a:lnTo>
                  <a:pt x="6373872" y="6856312"/>
                </a:lnTo>
                <a:lnTo>
                  <a:pt x="3001914" y="6856312"/>
                </a:lnTo>
                <a:lnTo>
                  <a:pt x="2979226" y="6844692"/>
                </a:lnTo>
                <a:cubicBezTo>
                  <a:pt x="1204665" y="5880693"/>
                  <a:pt x="0" y="4000560"/>
                  <a:pt x="0" y="1839063"/>
                </a:cubicBezTo>
                <a:cubicBezTo>
                  <a:pt x="0" y="1323251"/>
                  <a:pt x="68602" y="823462"/>
                  <a:pt x="197181" y="348323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645400" y="3302000"/>
            <a:ext cx="4330726" cy="1218795"/>
          </a:xfrm>
        </p:spPr>
        <p:txBody>
          <a:bodyPr vert="horz" wrap="square" anchor="b">
            <a:spAutoFit/>
          </a:bodyPr>
          <a:lstStyle>
            <a:lvl1pPr algn="l">
              <a:defRPr sz="44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7645400" y="4612870"/>
            <a:ext cx="4330726" cy="348557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10286999" y="132555"/>
            <a:ext cx="1686643" cy="879463"/>
          </a:xfrm>
          <a:prstGeom prst="rect">
            <a:avLst/>
          </a:prstGeom>
        </p:spPr>
      </p:pic>
      <p:sp>
        <p:nvSpPr>
          <p:cNvPr id="17" name="Freeform: Shape 16"/>
          <p:cNvSpPr/>
          <p:nvPr userDrawn="1"/>
        </p:nvSpPr>
        <p:spPr>
          <a:xfrm>
            <a:off x="0" y="0"/>
            <a:ext cx="7404126" cy="6858000"/>
          </a:xfrm>
          <a:custGeom>
            <a:avLst/>
            <a:gdLst>
              <a:gd name="connsiteX0" fmla="*/ 0 w 7404126"/>
              <a:gd name="connsiteY0" fmla="*/ 0 h 6858000"/>
              <a:gd name="connsiteX1" fmla="*/ 5837655 w 7404126"/>
              <a:gd name="connsiteY1" fmla="*/ 0 h 6858000"/>
              <a:gd name="connsiteX2" fmla="*/ 5995023 w 7404126"/>
              <a:gd name="connsiteY2" fmla="*/ 139366 h 6858000"/>
              <a:gd name="connsiteX3" fmla="*/ 7404126 w 7404126"/>
              <a:gd name="connsiteY3" fmla="*/ 3429014 h 6858000"/>
              <a:gd name="connsiteX4" fmla="*/ 4017797 w 7404126"/>
              <a:gd name="connsiteY4" fmla="*/ 6858000 h 6858000"/>
              <a:gd name="connsiteX5" fmla="*/ 0 w 7404126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04126" h="6858000">
                <a:moveTo>
                  <a:pt x="0" y="0"/>
                </a:moveTo>
                <a:lnTo>
                  <a:pt x="5837655" y="0"/>
                </a:lnTo>
                <a:lnTo>
                  <a:pt x="5995023" y="139366"/>
                </a:lnTo>
                <a:cubicBezTo>
                  <a:pt x="6877928" y="981094"/>
                  <a:pt x="7404126" y="2161912"/>
                  <a:pt x="7404126" y="3429014"/>
                </a:cubicBezTo>
                <a:lnTo>
                  <a:pt x="40177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7" descr="A picture containing night, ocean floor&#10;&#10;Description automatically generated"/>
          <p:cNvPicPr>
            <a:picLocks noChangeAspect="1"/>
          </p:cNvPicPr>
          <p:nvPr userDrawn="1"/>
        </p:nvPicPr>
        <p:blipFill rotWithShape="1">
          <a:blip r:embed="rId6" cstate="email"/>
          <a:srcRect/>
          <a:stretch>
            <a:fillRect/>
          </a:stretch>
        </p:blipFill>
        <p:spPr>
          <a:xfrm>
            <a:off x="0" y="0"/>
            <a:ext cx="7074066" cy="6858000"/>
          </a:xfrm>
          <a:custGeom>
            <a:avLst/>
            <a:gdLst>
              <a:gd name="connsiteX0" fmla="*/ 416785 w 7074066"/>
              <a:gd name="connsiteY0" fmla="*/ 0 h 6858000"/>
              <a:gd name="connsiteX1" fmla="*/ 5303442 w 7074066"/>
              <a:gd name="connsiteY1" fmla="*/ 0 h 6858000"/>
              <a:gd name="connsiteX2" fmla="*/ 5506420 w 7074066"/>
              <a:gd name="connsiteY2" fmla="*/ 151784 h 6858000"/>
              <a:gd name="connsiteX3" fmla="*/ 5540579 w 7074066"/>
              <a:gd name="connsiteY3" fmla="*/ 177328 h 6858000"/>
              <a:gd name="connsiteX4" fmla="*/ 5574891 w 7074066"/>
              <a:gd name="connsiteY4" fmla="*/ 207229 h 6858000"/>
              <a:gd name="connsiteX5" fmla="*/ 5712138 w 7074066"/>
              <a:gd name="connsiteY5" fmla="*/ 326834 h 6858000"/>
              <a:gd name="connsiteX6" fmla="*/ 5875360 w 7074066"/>
              <a:gd name="connsiteY6" fmla="*/ 485262 h 6858000"/>
              <a:gd name="connsiteX7" fmla="*/ 5947629 w 7074066"/>
              <a:gd name="connsiteY7" fmla="*/ 563361 h 6858000"/>
              <a:gd name="connsiteX8" fmla="*/ 6022981 w 7074066"/>
              <a:gd name="connsiteY8" fmla="*/ 644791 h 6858000"/>
              <a:gd name="connsiteX9" fmla="*/ 6032983 w 7074066"/>
              <a:gd name="connsiteY9" fmla="*/ 655985 h 6858000"/>
              <a:gd name="connsiteX10" fmla="*/ 6140756 w 7074066"/>
              <a:gd name="connsiteY10" fmla="*/ 785786 h 6858000"/>
              <a:gd name="connsiteX11" fmla="*/ 6184316 w 7074066"/>
              <a:gd name="connsiteY11" fmla="*/ 839525 h 6858000"/>
              <a:gd name="connsiteX12" fmla="*/ 6204234 w 7074066"/>
              <a:gd name="connsiteY12" fmla="*/ 866326 h 6858000"/>
              <a:gd name="connsiteX13" fmla="*/ 6244511 w 7074066"/>
              <a:gd name="connsiteY13" fmla="*/ 920521 h 6858000"/>
              <a:gd name="connsiteX14" fmla="*/ 6316515 w 7074066"/>
              <a:gd name="connsiteY14" fmla="*/ 1018685 h 6858000"/>
              <a:gd name="connsiteX15" fmla="*/ 6432181 w 7074066"/>
              <a:gd name="connsiteY15" fmla="*/ 1193595 h 6858000"/>
              <a:gd name="connsiteX16" fmla="*/ 6533028 w 7074066"/>
              <a:gd name="connsiteY16" fmla="*/ 1363627 h 6858000"/>
              <a:gd name="connsiteX17" fmla="*/ 6537756 w 7074066"/>
              <a:gd name="connsiteY17" fmla="*/ 1371680 h 6858000"/>
              <a:gd name="connsiteX18" fmla="*/ 6539818 w 7074066"/>
              <a:gd name="connsiteY18" fmla="*/ 1375193 h 6858000"/>
              <a:gd name="connsiteX19" fmla="*/ 6609598 w 7074066"/>
              <a:gd name="connsiteY19" fmla="*/ 1507276 h 6858000"/>
              <a:gd name="connsiteX20" fmla="*/ 6643548 w 7074066"/>
              <a:gd name="connsiteY20" fmla="*/ 1573070 h 6858000"/>
              <a:gd name="connsiteX21" fmla="*/ 6694582 w 7074066"/>
              <a:gd name="connsiteY21" fmla="*/ 1682505 h 6858000"/>
              <a:gd name="connsiteX22" fmla="*/ 6738481 w 7074066"/>
              <a:gd name="connsiteY22" fmla="*/ 1780404 h 6858000"/>
              <a:gd name="connsiteX23" fmla="*/ 6775056 w 7074066"/>
              <a:gd name="connsiteY23" fmla="*/ 1870333 h 6858000"/>
              <a:gd name="connsiteX24" fmla="*/ 6811326 w 7074066"/>
              <a:gd name="connsiteY24" fmla="*/ 1964870 h 6858000"/>
              <a:gd name="connsiteX25" fmla="*/ 6823869 w 7074066"/>
              <a:gd name="connsiteY25" fmla="*/ 1997564 h 6858000"/>
              <a:gd name="connsiteX26" fmla="*/ 6848238 w 7074066"/>
              <a:gd name="connsiteY26" fmla="*/ 2067385 h 6858000"/>
              <a:gd name="connsiteX27" fmla="*/ 6898984 w 7074066"/>
              <a:gd name="connsiteY27" fmla="*/ 2225372 h 6858000"/>
              <a:gd name="connsiteX28" fmla="*/ 6912742 w 7074066"/>
              <a:gd name="connsiteY28" fmla="*/ 2272340 h 6858000"/>
              <a:gd name="connsiteX29" fmla="*/ 6963111 w 7074066"/>
              <a:gd name="connsiteY29" fmla="*/ 2465650 h 6858000"/>
              <a:gd name="connsiteX30" fmla="*/ 6967598 w 7074066"/>
              <a:gd name="connsiteY30" fmla="*/ 2484495 h 6858000"/>
              <a:gd name="connsiteX31" fmla="*/ 6999450 w 7074066"/>
              <a:gd name="connsiteY31" fmla="*/ 2642712 h 6858000"/>
              <a:gd name="connsiteX32" fmla="*/ 7012803 w 7074066"/>
              <a:gd name="connsiteY32" fmla="*/ 2709044 h 6858000"/>
              <a:gd name="connsiteX33" fmla="*/ 7053399 w 7074066"/>
              <a:gd name="connsiteY33" fmla="*/ 3024749 h 6858000"/>
              <a:gd name="connsiteX34" fmla="*/ 7063685 w 7074066"/>
              <a:gd name="connsiteY34" fmla="*/ 3144954 h 6858000"/>
              <a:gd name="connsiteX35" fmla="*/ 7067822 w 7074066"/>
              <a:gd name="connsiteY35" fmla="*/ 3209442 h 6858000"/>
              <a:gd name="connsiteX36" fmla="*/ 7074066 w 7074066"/>
              <a:gd name="connsiteY36" fmla="*/ 3429014 h 6858000"/>
              <a:gd name="connsiteX37" fmla="*/ 7043480 w 7074066"/>
              <a:gd name="connsiteY37" fmla="*/ 3939329 h 6858000"/>
              <a:gd name="connsiteX38" fmla="*/ 7009008 w 7074066"/>
              <a:gd name="connsiteY38" fmla="*/ 4167428 h 6858000"/>
              <a:gd name="connsiteX39" fmla="*/ 7006141 w 7074066"/>
              <a:gd name="connsiteY39" fmla="*/ 4186401 h 6858000"/>
              <a:gd name="connsiteX40" fmla="*/ 7005538 w 7074066"/>
              <a:gd name="connsiteY40" fmla="*/ 4189673 h 6858000"/>
              <a:gd name="connsiteX41" fmla="*/ 6956622 w 7074066"/>
              <a:gd name="connsiteY41" fmla="*/ 4419609 h 6858000"/>
              <a:gd name="connsiteX42" fmla="*/ 6951867 w 7074066"/>
              <a:gd name="connsiteY42" fmla="*/ 4439584 h 6858000"/>
              <a:gd name="connsiteX43" fmla="*/ 6893650 w 7074066"/>
              <a:gd name="connsiteY43" fmla="*/ 4650844 h 6858000"/>
              <a:gd name="connsiteX44" fmla="*/ 6886079 w 7074066"/>
              <a:gd name="connsiteY44" fmla="*/ 4676689 h 6858000"/>
              <a:gd name="connsiteX45" fmla="*/ 6813023 w 7074066"/>
              <a:gd name="connsiteY45" fmla="*/ 4891517 h 6858000"/>
              <a:gd name="connsiteX46" fmla="*/ 6808762 w 7074066"/>
              <a:gd name="connsiteY46" fmla="*/ 4903723 h 6858000"/>
              <a:gd name="connsiteX47" fmla="*/ 6723049 w 7074066"/>
              <a:gd name="connsiteY47" fmla="*/ 5114453 h 6858000"/>
              <a:gd name="connsiteX48" fmla="*/ 6678103 w 7074066"/>
              <a:gd name="connsiteY48" fmla="*/ 5210833 h 6858000"/>
              <a:gd name="connsiteX49" fmla="*/ 6628753 w 7074066"/>
              <a:gd name="connsiteY49" fmla="*/ 5314469 h 6858000"/>
              <a:gd name="connsiteX50" fmla="*/ 6567701 w 7074066"/>
              <a:gd name="connsiteY50" fmla="*/ 5430032 h 6858000"/>
              <a:gd name="connsiteX51" fmla="*/ 6524163 w 7074066"/>
              <a:gd name="connsiteY51" fmla="*/ 5509323 h 6858000"/>
              <a:gd name="connsiteX52" fmla="*/ 6454911 w 7074066"/>
              <a:gd name="connsiteY52" fmla="*/ 5626084 h 6858000"/>
              <a:gd name="connsiteX53" fmla="*/ 6408123 w 7074066"/>
              <a:gd name="connsiteY53" fmla="*/ 5700788 h 6858000"/>
              <a:gd name="connsiteX54" fmla="*/ 6335571 w 7074066"/>
              <a:gd name="connsiteY54" fmla="*/ 5810502 h 6858000"/>
              <a:gd name="connsiteX55" fmla="*/ 6275748 w 7074066"/>
              <a:gd name="connsiteY55" fmla="*/ 5894896 h 6858000"/>
              <a:gd name="connsiteX56" fmla="*/ 6209296 w 7074066"/>
              <a:gd name="connsiteY56" fmla="*/ 5985488 h 6858000"/>
              <a:gd name="connsiteX57" fmla="*/ 6200795 w 7074066"/>
              <a:gd name="connsiteY57" fmla="*/ 5996141 h 6858000"/>
              <a:gd name="connsiteX58" fmla="*/ 6097711 w 7074066"/>
              <a:gd name="connsiteY58" fmla="*/ 6125319 h 6858000"/>
              <a:gd name="connsiteX59" fmla="*/ 6076305 w 7074066"/>
              <a:gd name="connsiteY59" fmla="*/ 6151726 h 6858000"/>
              <a:gd name="connsiteX60" fmla="*/ 5919170 w 7074066"/>
              <a:gd name="connsiteY60" fmla="*/ 6327226 h 6858000"/>
              <a:gd name="connsiteX61" fmla="*/ 5919155 w 7074066"/>
              <a:gd name="connsiteY61" fmla="*/ 6327241 h 6858000"/>
              <a:gd name="connsiteX62" fmla="*/ 5689353 w 7074066"/>
              <a:gd name="connsiteY62" fmla="*/ 6549960 h 6858000"/>
              <a:gd name="connsiteX63" fmla="*/ 5629598 w 7074066"/>
              <a:gd name="connsiteY63" fmla="*/ 6603141 h 6858000"/>
              <a:gd name="connsiteX64" fmla="*/ 5381389 w 7074066"/>
              <a:gd name="connsiteY64" fmla="*/ 6805799 h 6858000"/>
              <a:gd name="connsiteX65" fmla="*/ 5307981 w 7074066"/>
              <a:gd name="connsiteY65" fmla="*/ 6858000 h 6858000"/>
              <a:gd name="connsiteX66" fmla="*/ 413806 w 7074066"/>
              <a:gd name="connsiteY66" fmla="*/ 6858000 h 6858000"/>
              <a:gd name="connsiteX67" fmla="*/ 179648 w 7074066"/>
              <a:gd name="connsiteY67" fmla="*/ 6680701 h 6858000"/>
              <a:gd name="connsiteX68" fmla="*/ 0 w 7074066"/>
              <a:gd name="connsiteY68" fmla="*/ 6517426 h 6858000"/>
              <a:gd name="connsiteX69" fmla="*/ 0 w 7074066"/>
              <a:gd name="connsiteY69" fmla="*/ 334685 h 6858000"/>
              <a:gd name="connsiteX70" fmla="*/ 8089 w 7074066"/>
              <a:gd name="connsiteY70" fmla="*/ 326834 h 6858000"/>
              <a:gd name="connsiteX71" fmla="*/ 179648 w 7074066"/>
              <a:gd name="connsiteY71" fmla="*/ 1773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7074066" h="6858000">
                <a:moveTo>
                  <a:pt x="416785" y="0"/>
                </a:moveTo>
                <a:lnTo>
                  <a:pt x="5303442" y="0"/>
                </a:lnTo>
                <a:lnTo>
                  <a:pt x="5506420" y="151784"/>
                </a:lnTo>
                <a:lnTo>
                  <a:pt x="5540579" y="177328"/>
                </a:lnTo>
                <a:lnTo>
                  <a:pt x="5574891" y="207229"/>
                </a:lnTo>
                <a:lnTo>
                  <a:pt x="5712138" y="326834"/>
                </a:lnTo>
                <a:cubicBezTo>
                  <a:pt x="5767956" y="378177"/>
                  <a:pt x="5822384" y="431008"/>
                  <a:pt x="5875360" y="485262"/>
                </a:cubicBezTo>
                <a:lnTo>
                  <a:pt x="5947629" y="563361"/>
                </a:lnTo>
                <a:lnTo>
                  <a:pt x="6022981" y="644791"/>
                </a:lnTo>
                <a:lnTo>
                  <a:pt x="6032983" y="655985"/>
                </a:lnTo>
                <a:lnTo>
                  <a:pt x="6140756" y="785786"/>
                </a:lnTo>
                <a:lnTo>
                  <a:pt x="6184316" y="839525"/>
                </a:lnTo>
                <a:lnTo>
                  <a:pt x="6204234" y="866326"/>
                </a:lnTo>
                <a:lnTo>
                  <a:pt x="6244511" y="920521"/>
                </a:lnTo>
                <a:lnTo>
                  <a:pt x="6316515" y="1018685"/>
                </a:lnTo>
                <a:cubicBezTo>
                  <a:pt x="6356471" y="1076021"/>
                  <a:pt x="6395042" y="1134340"/>
                  <a:pt x="6432181" y="1193595"/>
                </a:cubicBezTo>
                <a:lnTo>
                  <a:pt x="6533028" y="1363627"/>
                </a:lnTo>
                <a:lnTo>
                  <a:pt x="6537756" y="1371680"/>
                </a:lnTo>
                <a:lnTo>
                  <a:pt x="6539818" y="1375193"/>
                </a:lnTo>
                <a:lnTo>
                  <a:pt x="6609598" y="1507276"/>
                </a:lnTo>
                <a:lnTo>
                  <a:pt x="6643548" y="1573070"/>
                </a:lnTo>
                <a:lnTo>
                  <a:pt x="6694582" y="1682505"/>
                </a:lnTo>
                <a:lnTo>
                  <a:pt x="6738481" y="1780404"/>
                </a:lnTo>
                <a:lnTo>
                  <a:pt x="6775056" y="1870333"/>
                </a:lnTo>
                <a:lnTo>
                  <a:pt x="6811326" y="1964870"/>
                </a:lnTo>
                <a:lnTo>
                  <a:pt x="6823869" y="1997564"/>
                </a:lnTo>
                <a:lnTo>
                  <a:pt x="6848238" y="2067385"/>
                </a:lnTo>
                <a:lnTo>
                  <a:pt x="6898984" y="2225372"/>
                </a:lnTo>
                <a:lnTo>
                  <a:pt x="6912742" y="2272340"/>
                </a:lnTo>
                <a:lnTo>
                  <a:pt x="6963111" y="2465650"/>
                </a:lnTo>
                <a:lnTo>
                  <a:pt x="6967598" y="2484495"/>
                </a:lnTo>
                <a:lnTo>
                  <a:pt x="6999450" y="2642712"/>
                </a:lnTo>
                <a:lnTo>
                  <a:pt x="7012803" y="2709044"/>
                </a:lnTo>
                <a:lnTo>
                  <a:pt x="7053399" y="3024749"/>
                </a:lnTo>
                <a:lnTo>
                  <a:pt x="7063685" y="3144954"/>
                </a:lnTo>
                <a:lnTo>
                  <a:pt x="7067822" y="3209442"/>
                </a:lnTo>
                <a:lnTo>
                  <a:pt x="7074066" y="3429014"/>
                </a:lnTo>
                <a:cubicBezTo>
                  <a:pt x="7074066" y="3601743"/>
                  <a:pt x="7063674" y="3772045"/>
                  <a:pt x="7043480" y="3939329"/>
                </a:cubicBezTo>
                <a:lnTo>
                  <a:pt x="7009008" y="4167428"/>
                </a:lnTo>
                <a:lnTo>
                  <a:pt x="7006141" y="4186401"/>
                </a:lnTo>
                <a:lnTo>
                  <a:pt x="7005538" y="4189673"/>
                </a:lnTo>
                <a:lnTo>
                  <a:pt x="6956622" y="4419609"/>
                </a:lnTo>
                <a:lnTo>
                  <a:pt x="6951867" y="4439584"/>
                </a:lnTo>
                <a:lnTo>
                  <a:pt x="6893650" y="4650844"/>
                </a:lnTo>
                <a:lnTo>
                  <a:pt x="6886079" y="4676689"/>
                </a:lnTo>
                <a:lnTo>
                  <a:pt x="6813023" y="4891517"/>
                </a:lnTo>
                <a:lnTo>
                  <a:pt x="6808762" y="4903723"/>
                </a:lnTo>
                <a:lnTo>
                  <a:pt x="6723049" y="5114453"/>
                </a:lnTo>
                <a:lnTo>
                  <a:pt x="6678103" y="5210833"/>
                </a:lnTo>
                <a:lnTo>
                  <a:pt x="6628753" y="5314469"/>
                </a:lnTo>
                <a:lnTo>
                  <a:pt x="6567701" y="5430032"/>
                </a:lnTo>
                <a:lnTo>
                  <a:pt x="6524163" y="5509323"/>
                </a:lnTo>
                <a:lnTo>
                  <a:pt x="6454911" y="5626084"/>
                </a:lnTo>
                <a:lnTo>
                  <a:pt x="6408123" y="5700788"/>
                </a:lnTo>
                <a:lnTo>
                  <a:pt x="6335571" y="5810502"/>
                </a:lnTo>
                <a:lnTo>
                  <a:pt x="6275748" y="5894896"/>
                </a:lnTo>
                <a:lnTo>
                  <a:pt x="6209296" y="5985488"/>
                </a:lnTo>
                <a:lnTo>
                  <a:pt x="6200795" y="5996141"/>
                </a:lnTo>
                <a:lnTo>
                  <a:pt x="6097711" y="6125319"/>
                </a:lnTo>
                <a:lnTo>
                  <a:pt x="6076305" y="6151726"/>
                </a:lnTo>
                <a:lnTo>
                  <a:pt x="5919170" y="6327226"/>
                </a:lnTo>
                <a:lnTo>
                  <a:pt x="5919155" y="6327241"/>
                </a:lnTo>
                <a:lnTo>
                  <a:pt x="5689353" y="6549960"/>
                </a:lnTo>
                <a:lnTo>
                  <a:pt x="5629598" y="6603141"/>
                </a:lnTo>
                <a:lnTo>
                  <a:pt x="5381389" y="6805799"/>
                </a:lnTo>
                <a:lnTo>
                  <a:pt x="5307981" y="6858000"/>
                </a:lnTo>
                <a:lnTo>
                  <a:pt x="413806" y="6858000"/>
                </a:lnTo>
                <a:lnTo>
                  <a:pt x="179648" y="6680701"/>
                </a:lnTo>
                <a:lnTo>
                  <a:pt x="0" y="6517426"/>
                </a:lnTo>
                <a:lnTo>
                  <a:pt x="0" y="334685"/>
                </a:lnTo>
                <a:lnTo>
                  <a:pt x="8089" y="326834"/>
                </a:lnTo>
                <a:cubicBezTo>
                  <a:pt x="63907" y="275490"/>
                  <a:pt x="121114" y="225634"/>
                  <a:pt x="179648" y="177328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48709"/>
            <a:ext cx="5031509" cy="1107996"/>
          </a:xfrm>
        </p:spPr>
        <p:txBody>
          <a:bodyPr vert="horz" wrap="square" lIns="0" tIns="0" rIns="0" bIns="0" anchor="b">
            <a:spAutoFit/>
          </a:bodyPr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148780"/>
            <a:ext cx="5031509" cy="199285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9" name="Graphic 8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762000"/>
            <a:ext cx="6096000" cy="6096000"/>
          </a:xfrm>
          <a:prstGeom prst="rect">
            <a:avLst/>
          </a:prstGeom>
        </p:spPr>
      </p:pic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7" cstate="email"/>
          <a:stretch>
            <a:fillRect/>
          </a:stretch>
        </p:blipFill>
        <p:spPr>
          <a:xfrm>
            <a:off x="380999" y="258063"/>
            <a:ext cx="1818925" cy="948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76549"/>
            <a:ext cx="11430000" cy="443198"/>
          </a:xfrm>
        </p:spPr>
        <p:txBody>
          <a:bodyPr vert="horz"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11061"/>
            <a:ext cx="11430000" cy="1602233"/>
          </a:xfrm>
        </p:spPr>
        <p:txBody>
          <a:bodyPr wrap="square"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2684" y="6461968"/>
            <a:ext cx="16831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228A9C9F-6529-47A5-933F-EFE9FB6CBA2B}" type="slidenum">
              <a:rPr lang="en-US" smtClean="0"/>
            </a:fld>
            <a:endParaRPr lang="en-US"/>
          </a:p>
        </p:txBody>
      </p:sp>
      <p:pic>
        <p:nvPicPr>
          <p:cNvPr id="8" name="Picture 7" descr="Logo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381000" y="6049263"/>
            <a:ext cx="1184904" cy="617842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0" y="6781803"/>
            <a:ext cx="12192000" cy="761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381000" y="1134444"/>
            <a:ext cx="1184904" cy="0"/>
            <a:chOff x="381000" y="1134444"/>
            <a:chExt cx="2369808" cy="0"/>
          </a:xfrm>
        </p:grpSpPr>
        <p:cxnSp>
          <p:nvCxnSpPr>
            <p:cNvPr id="17" name="Straight Connector 16"/>
            <p:cNvCxnSpPr/>
            <p:nvPr userDrawn="1"/>
          </p:nvCxnSpPr>
          <p:spPr>
            <a:xfrm>
              <a:off x="381000" y="1134444"/>
              <a:ext cx="118490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1565904" y="1134444"/>
              <a:ext cx="1184904" cy="0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3591" y="5179107"/>
            <a:ext cx="3761509" cy="553998"/>
          </a:xfrm>
        </p:spPr>
        <p:txBody>
          <a:bodyPr vert="horz" wrap="square" lIns="0" tIns="0" rIns="0" bIns="0" anchor="b">
            <a:spAutoFit/>
          </a:bodyPr>
          <a:lstStyle>
            <a:lvl1pPr algn="l">
              <a:defRPr sz="40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Section Divider</a:t>
            </a:r>
            <a:endParaRPr lang="en-US"/>
          </a:p>
        </p:txBody>
      </p:sp>
      <p:pic>
        <p:nvPicPr>
          <p:cNvPr id="61" name="Graphic 60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99" y="437525"/>
            <a:ext cx="6350002" cy="5982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558799" y="4668173"/>
            <a:ext cx="4330726" cy="609398"/>
          </a:xfrm>
        </p:spPr>
        <p:txBody>
          <a:bodyPr vert="horz" wrap="square" anchor="b">
            <a:spAutoFit/>
          </a:bodyPr>
          <a:lstStyle>
            <a:lvl1pPr algn="l">
              <a:defRPr sz="4400" b="1"/>
            </a:lvl1pPr>
          </a:lstStyle>
          <a:p>
            <a:r>
              <a:rPr lang="en-US"/>
              <a:t>Thank you ….</a:t>
            </a:r>
            <a:endParaRPr lang="en-US"/>
          </a:p>
        </p:txBody>
      </p:sp>
      <p:pic>
        <p:nvPicPr>
          <p:cNvPr id="12" name="Picture 11" descr="Logo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558799" y="132555"/>
            <a:ext cx="1686643" cy="879463"/>
          </a:xfrm>
          <a:prstGeom prst="rect">
            <a:avLst/>
          </a:prstGeom>
        </p:spPr>
      </p:pic>
      <p:sp>
        <p:nvSpPr>
          <p:cNvPr id="13" name="Freeform: Shape 12"/>
          <p:cNvSpPr/>
          <p:nvPr userDrawn="1"/>
        </p:nvSpPr>
        <p:spPr>
          <a:xfrm>
            <a:off x="7287159" y="4206746"/>
            <a:ext cx="4904841" cy="2663507"/>
          </a:xfrm>
          <a:custGeom>
            <a:avLst/>
            <a:gdLst>
              <a:gd name="connsiteX0" fmla="*/ 4904936 w 4904841"/>
              <a:gd name="connsiteY0" fmla="*/ -27 h 2663507"/>
              <a:gd name="connsiteX1" fmla="*/ 4904936 w 4904841"/>
              <a:gd name="connsiteY1" fmla="*/ 2663481 h 2663507"/>
              <a:gd name="connsiteX2" fmla="*/ 94 w 4904841"/>
              <a:gd name="connsiteY2" fmla="*/ 2663481 h 2663507"/>
              <a:gd name="connsiteX3" fmla="*/ 3291302 w 4904841"/>
              <a:gd name="connsiteY3" fmla="*/ 719113 h 2663507"/>
              <a:gd name="connsiteX4" fmla="*/ 4904936 w 4904841"/>
              <a:gd name="connsiteY4" fmla="*/ -27 h 266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4841" h="2663507">
                <a:moveTo>
                  <a:pt x="4904936" y="-27"/>
                </a:moveTo>
                <a:lnTo>
                  <a:pt x="4904936" y="2663481"/>
                </a:lnTo>
                <a:lnTo>
                  <a:pt x="94" y="2663481"/>
                </a:lnTo>
                <a:cubicBezTo>
                  <a:pt x="1172285" y="2294838"/>
                  <a:pt x="2552326" y="1655670"/>
                  <a:pt x="3291302" y="719113"/>
                </a:cubicBezTo>
                <a:cubicBezTo>
                  <a:pt x="3894947" y="619444"/>
                  <a:pt x="4446752" y="365875"/>
                  <a:pt x="4904936" y="-27"/>
                </a:cubicBezTo>
              </a:path>
            </a:pathLst>
          </a:custGeom>
          <a:solidFill>
            <a:schemeClr val="accent2"/>
          </a:solidFill>
          <a:ln w="70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/>
          <p:cNvSpPr/>
          <p:nvPr userDrawn="1"/>
        </p:nvSpPr>
        <p:spPr>
          <a:xfrm>
            <a:off x="6490435" y="14"/>
            <a:ext cx="5701564" cy="4972858"/>
          </a:xfrm>
          <a:custGeom>
            <a:avLst/>
            <a:gdLst>
              <a:gd name="connsiteX0" fmla="*/ 5701653 w 5701564"/>
              <a:gd name="connsiteY0" fmla="*/ -69 h 4972858"/>
              <a:gd name="connsiteX1" fmla="*/ 5701653 w 5701564"/>
              <a:gd name="connsiteY1" fmla="*/ 4206663 h 4972858"/>
              <a:gd name="connsiteX2" fmla="*/ 4088019 w 5701564"/>
              <a:gd name="connsiteY2" fmla="*/ 4925803 h 4972858"/>
              <a:gd name="connsiteX3" fmla="*/ 3511877 w 5701564"/>
              <a:gd name="connsiteY3" fmla="*/ 4972789 h 4972858"/>
              <a:gd name="connsiteX4" fmla="*/ 88 w 5701564"/>
              <a:gd name="connsiteY4" fmla="*/ 1461001 h 4972858"/>
              <a:gd name="connsiteX5" fmla="*/ 317526 w 5701564"/>
              <a:gd name="connsiteY5" fmla="*/ -69 h 4972858"/>
              <a:gd name="connsiteX6" fmla="*/ 5701653 w 5701564"/>
              <a:gd name="connsiteY6" fmla="*/ -69 h 4972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1564" h="4972858">
                <a:moveTo>
                  <a:pt x="5701653" y="-69"/>
                </a:moveTo>
                <a:lnTo>
                  <a:pt x="5701653" y="4206663"/>
                </a:lnTo>
                <a:cubicBezTo>
                  <a:pt x="5243469" y="4572564"/>
                  <a:pt x="4691665" y="4826134"/>
                  <a:pt x="4088019" y="4925803"/>
                </a:cubicBezTo>
                <a:cubicBezTo>
                  <a:pt x="3900567" y="4956683"/>
                  <a:pt x="3708122" y="4972789"/>
                  <a:pt x="3511877" y="4972789"/>
                </a:cubicBezTo>
                <a:cubicBezTo>
                  <a:pt x="1572364" y="4972789"/>
                  <a:pt x="88" y="3400443"/>
                  <a:pt x="88" y="1461001"/>
                </a:cubicBezTo>
                <a:cubicBezTo>
                  <a:pt x="88" y="939583"/>
                  <a:pt x="113684" y="444751"/>
                  <a:pt x="317526" y="-69"/>
                </a:cubicBezTo>
                <a:lnTo>
                  <a:pt x="5701653" y="-69"/>
                </a:lnTo>
              </a:path>
            </a:pathLst>
          </a:custGeom>
          <a:solidFill>
            <a:schemeClr val="accent1"/>
          </a:solidFill>
          <a:ln w="70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6" cstate="email"/>
          <a:srcRect/>
          <a:stretch>
            <a:fillRect/>
          </a:stretch>
        </p:blipFill>
        <p:spPr>
          <a:xfrm>
            <a:off x="5896759" y="738478"/>
            <a:ext cx="5736442" cy="5736440"/>
          </a:xfrm>
          <a:custGeom>
            <a:avLst/>
            <a:gdLst>
              <a:gd name="connsiteX0" fmla="*/ 2185643 w 4371286"/>
              <a:gd name="connsiteY0" fmla="*/ 0 h 4371284"/>
              <a:gd name="connsiteX1" fmla="*/ 4371286 w 4371286"/>
              <a:gd name="connsiteY1" fmla="*/ 2185642 h 4371284"/>
              <a:gd name="connsiteX2" fmla="*/ 2185643 w 4371286"/>
              <a:gd name="connsiteY2" fmla="*/ 4371284 h 4371284"/>
              <a:gd name="connsiteX3" fmla="*/ 0 w 4371286"/>
              <a:gd name="connsiteY3" fmla="*/ 2185642 h 4371284"/>
              <a:gd name="connsiteX4" fmla="*/ 2185643 w 4371286"/>
              <a:gd name="connsiteY4" fmla="*/ 0 h 4371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1286" h="4371284">
                <a:moveTo>
                  <a:pt x="2185643" y="0"/>
                </a:moveTo>
                <a:cubicBezTo>
                  <a:pt x="3392740" y="0"/>
                  <a:pt x="4371286" y="978545"/>
                  <a:pt x="4371286" y="2185642"/>
                </a:cubicBezTo>
                <a:cubicBezTo>
                  <a:pt x="4371286" y="3392739"/>
                  <a:pt x="3392740" y="4371284"/>
                  <a:pt x="2185643" y="4371284"/>
                </a:cubicBezTo>
                <a:cubicBezTo>
                  <a:pt x="978546" y="4371284"/>
                  <a:pt x="0" y="3392739"/>
                  <a:pt x="0" y="2185642"/>
                </a:cubicBezTo>
                <a:cubicBezTo>
                  <a:pt x="0" y="978545"/>
                  <a:pt x="978546" y="0"/>
                  <a:pt x="2185643" y="0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100" y="3311402"/>
            <a:ext cx="5031509" cy="997196"/>
          </a:xfrm>
        </p:spPr>
        <p:txBody>
          <a:bodyPr vert="horz" wrap="square" lIns="0" tIns="0" rIns="0" bIns="0" anchor="b">
            <a:spAutoFit/>
          </a:bodyPr>
          <a:lstStyle>
            <a:lvl1pPr algn="ctr">
              <a:defRPr sz="72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Thank You</a:t>
            </a:r>
            <a:endParaRPr lang="en-US"/>
          </a:p>
        </p:txBody>
      </p:sp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380999" y="258063"/>
            <a:ext cx="1818925" cy="948438"/>
          </a:xfrm>
          <a:prstGeom prst="rect">
            <a:avLst/>
          </a:prstGeom>
        </p:spPr>
      </p:pic>
      <p:pic>
        <p:nvPicPr>
          <p:cNvPr id="5" name="Graphic 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762000"/>
            <a:ext cx="6096000" cy="6096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vmlDrawing" Target="../drawings/vmlDrawing10.vml"/><Relationship Id="rId13" Type="http://schemas.openxmlformats.org/officeDocument/2006/relationships/image" Target="../media/image1.emf"/><Relationship Id="rId12" Type="http://schemas.openxmlformats.org/officeDocument/2006/relationships/oleObject" Target="../embeddings/oleObject10.bin"/><Relationship Id="rId11" Type="http://schemas.openxmlformats.org/officeDocument/2006/relationships/tags" Target="../tags/tag10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2" imgW="5715" imgH="5715" progId="TCLayout.ActiveDocument.1">
                  <p:embed/>
                </p:oleObj>
              </mc:Choice>
              <mc:Fallback>
                <p:oleObj name="think-cell Slide" r:id="rId12" imgW="5715" imgH="5715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605407"/>
            <a:ext cx="11430000" cy="3877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70CD6-7466-4791-B1F3-50AC89E13B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A9C9F-6529-47A5-933F-EFE9FB6CBA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jpeg"/><Relationship Id="rId3" Type="http://schemas.openxmlformats.org/officeDocument/2006/relationships/tags" Target="../tags/tag13.xml"/><Relationship Id="rId2" Type="http://schemas.openxmlformats.org/officeDocument/2006/relationships/image" Target="../media/image21.jpeg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310" y="2878050"/>
            <a:ext cx="4330726" cy="774065"/>
          </a:xfrm>
        </p:spPr>
        <p:txBody>
          <a:bodyPr/>
          <a:p>
            <a:pPr algn="ctr"/>
            <a:r>
              <a:rPr lang="en-US" sz="2800"/>
              <a:t>DSN Commnunity Certificate Issuer</a:t>
            </a: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024" y="517216"/>
            <a:ext cx="5685692" cy="521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latin typeface="Georgia Pro"/>
                <a:cs typeface="Calibri Light" panose="020F0302020204030204"/>
              </a:rPr>
              <a:t>Problem with the Old</a:t>
            </a:r>
            <a:endParaRPr lang="en-US" sz="2800" b="1" dirty="0">
              <a:latin typeface="Georgia Pro"/>
              <a:cs typeface="Calibri Light" panose="020F03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19150" y="3190875"/>
            <a:ext cx="10035540" cy="475615"/>
            <a:chOff x="1139" y="2518"/>
            <a:chExt cx="15804" cy="749"/>
          </a:xfrm>
        </p:grpSpPr>
        <p:sp>
          <p:nvSpPr>
            <p:cNvPr id="3" name="Text Box 2"/>
            <p:cNvSpPr txBox="1"/>
            <p:nvPr/>
          </p:nvSpPr>
          <p:spPr>
            <a:xfrm>
              <a:off x="1139" y="2893"/>
              <a:ext cx="10154" cy="37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ts val="1140"/>
                </a:lnSpc>
              </a:pPr>
              <a:r>
                <a:rPr sz="2500" b="0">
                  <a:solidFill>
                    <a:schemeClr val="tx1"/>
                  </a:solidFill>
                  <a:latin typeface="Consolas" panose="020B0609020204030204"/>
                  <a:ea typeface="Consolas" panose="020B0609020204030204"/>
                </a:rPr>
                <a:t>https://cert.datasciencenigeria.ai/</a:t>
              </a:r>
              <a:endParaRPr lang="en-US" sz="25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endParaRPr>
            </a:p>
          </p:txBody>
        </p:sp>
        <p:sp>
          <p:nvSpPr>
            <p:cNvPr id="4" name="Text Box 3"/>
            <p:cNvSpPr txBox="1"/>
            <p:nvPr/>
          </p:nvSpPr>
          <p:spPr>
            <a:xfrm>
              <a:off x="12923" y="2518"/>
              <a:ext cx="4020" cy="74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sz="2500">
                  <a:latin typeface="Consolas" panose="020B0609020204030204"/>
                  <a:ea typeface="Consolas" panose="020B0609020204030204"/>
                  <a:sym typeface="+mn-ea"/>
                </a:rPr>
                <a:t>DSNAI001</a:t>
              </a:r>
              <a:r>
                <a:rPr lang="en-US" sz="2500">
                  <a:latin typeface="Consolas" panose="020B0609020204030204"/>
                  <a:ea typeface="Consolas" panose="020B0609020204030204"/>
                  <a:sym typeface="+mn-ea"/>
                </a:rPr>
                <a:t>0500</a:t>
              </a:r>
              <a:endParaRPr lang="en-US" sz="2500">
                <a:latin typeface="Consolas" panose="020B0609020204030204"/>
                <a:ea typeface="Consolas" panose="020B0609020204030204"/>
                <a:sym typeface="+mn-ea"/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11293" y="2952"/>
              <a:ext cx="120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024" y="517216"/>
            <a:ext cx="5685692" cy="521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latin typeface="Georgia Pro"/>
                <a:cs typeface="Calibri Light" panose="020F0302020204030204"/>
              </a:rPr>
              <a:t>Problem with the Old</a:t>
            </a:r>
            <a:endParaRPr lang="en-US" sz="2800" b="1" dirty="0">
              <a:latin typeface="Georgia Pro"/>
              <a:cs typeface="Calibri Light" panose="020F0302020204030204"/>
            </a:endParaRPr>
          </a:p>
        </p:txBody>
      </p:sp>
      <p:pic>
        <p:nvPicPr>
          <p:cNvPr id="2" name="Picture 1" descr="scrape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0940" y="1745615"/>
            <a:ext cx="10113645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5103" y="579144"/>
            <a:ext cx="6096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What does that mean?</a:t>
            </a:r>
            <a:endParaRPr lang="en-US" sz="2800" b="1" dirty="0">
              <a:latin typeface="Georgia Pro"/>
              <a:cs typeface="Calibri Light" panose="020F03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62635" y="2220595"/>
            <a:ext cx="283400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500" b="1"/>
              <a:t>Access to Database</a:t>
            </a:r>
            <a:endParaRPr lang="en-US" sz="2500" b="1"/>
          </a:p>
        </p:txBody>
      </p:sp>
      <p:sp>
        <p:nvSpPr>
          <p:cNvPr id="4" name="Text Box 3"/>
          <p:cNvSpPr txBox="1"/>
          <p:nvPr/>
        </p:nvSpPr>
        <p:spPr>
          <a:xfrm>
            <a:off x="762635" y="3244850"/>
            <a:ext cx="32270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500" b="1"/>
              <a:t>Platform Insecurity</a:t>
            </a:r>
            <a:endParaRPr lang="en-US" sz="2500" b="1"/>
          </a:p>
        </p:txBody>
      </p:sp>
      <p:pic>
        <p:nvPicPr>
          <p:cNvPr id="11" name="Picture 10"/>
          <p:cNvPicPr/>
          <p:nvPr/>
        </p:nvPicPr>
        <p:blipFill>
          <a:blip r:embed="rId1"/>
        </p:blipFill>
        <p:spPr>
          <a:xfrm>
            <a:off x="4881245" y="1184275"/>
            <a:ext cx="5805805" cy="3917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5275" y="445135"/>
            <a:ext cx="4122420" cy="521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 smtClean="0">
                <a:cs typeface="Calibri Light" panose="020F0302020204030204"/>
              </a:rPr>
              <a:t>Improvement of the New</a:t>
            </a:r>
            <a:endParaRPr lang="en-US" sz="2800" dirty="0">
              <a:cs typeface="Calibri Light" panose="020F03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8650" y="2385060"/>
            <a:ext cx="5300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https://illustrious-frangollo-3791ca.netlify.app/</a:t>
            </a:r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5466715" y="2949575"/>
            <a:ext cx="3291840" cy="368300"/>
            <a:chOff x="8808" y="3656"/>
            <a:chExt cx="5184" cy="580"/>
          </a:xfrm>
        </p:grpSpPr>
        <p:sp>
          <p:nvSpPr>
            <p:cNvPr id="6" name="Text Box 5"/>
            <p:cNvSpPr txBox="1"/>
            <p:nvPr/>
          </p:nvSpPr>
          <p:spPr>
            <a:xfrm>
              <a:off x="12528" y="3656"/>
              <a:ext cx="146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{ Email }</a:t>
              </a:r>
              <a:endParaRPr lang="en-US"/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8808" y="3656"/>
              <a:ext cx="34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ken99@yahoo.com</a:t>
              </a:r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466715" y="2214880"/>
            <a:ext cx="4027170" cy="368300"/>
            <a:chOff x="7072" y="2335"/>
            <a:chExt cx="6342" cy="580"/>
          </a:xfrm>
        </p:grpSpPr>
        <p:sp>
          <p:nvSpPr>
            <p:cNvPr id="5" name="Text Box 4"/>
            <p:cNvSpPr txBox="1"/>
            <p:nvPr/>
          </p:nvSpPr>
          <p:spPr>
            <a:xfrm>
              <a:off x="7072" y="2335"/>
              <a:ext cx="3068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DSNAI0009543</a:t>
              </a:r>
              <a:endParaRPr lang="en-US"/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10346" y="2335"/>
              <a:ext cx="3068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{ Certificate ID }</a:t>
              </a:r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567680" y="3684270"/>
            <a:ext cx="2701925" cy="368300"/>
            <a:chOff x="9159" y="4577"/>
            <a:chExt cx="4255" cy="580"/>
          </a:xfrm>
        </p:grpSpPr>
        <p:sp>
          <p:nvSpPr>
            <p:cNvPr id="21" name="Text Box 20"/>
            <p:cNvSpPr txBox="1"/>
            <p:nvPr/>
          </p:nvSpPr>
          <p:spPr>
            <a:xfrm>
              <a:off x="9159" y="4577"/>
              <a:ext cx="188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John Doe</a:t>
              </a:r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1630" y="4577"/>
              <a:ext cx="178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{ Name }</a:t>
              </a:r>
              <a:endParaRPr lang="en-US"/>
            </a:p>
          </p:txBody>
        </p:sp>
      </p:grpSp>
      <p:sp>
        <p:nvSpPr>
          <p:cNvPr id="27" name="TextBox 3"/>
          <p:cNvSpPr txBox="1"/>
          <p:nvPr/>
        </p:nvSpPr>
        <p:spPr>
          <a:xfrm>
            <a:off x="4867275" y="1326515"/>
            <a:ext cx="2456815" cy="521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p>
            <a:pPr algn="ctr"/>
            <a:r>
              <a:rPr lang="en-US" sz="2800" dirty="0">
                <a:cs typeface="Calibri Light" panose="020F0302020204030204"/>
              </a:rPr>
              <a:t>3 Layer Details</a:t>
            </a:r>
            <a:endParaRPr lang="en-US" sz="2800" dirty="0">
              <a:cs typeface="Calibri Light" panose="020F0302020204030204"/>
            </a:endParaRPr>
          </a:p>
        </p:txBody>
      </p:sp>
      <p:pic>
        <p:nvPicPr>
          <p:cNvPr id="28" name="Picture 27"/>
          <p:cNvPicPr/>
          <p:nvPr>
            <p:custDataLst>
              <p:tags r:id="rId1"/>
            </p:custDataLst>
          </p:nvPr>
        </p:nvPicPr>
        <p:blipFill>
          <a:blip r:embed="rId2"/>
          <a:srcRect l="44694" b="1844"/>
        </p:blipFill>
        <p:spPr>
          <a:xfrm>
            <a:off x="9624695" y="2214880"/>
            <a:ext cx="2276475" cy="1952625"/>
          </a:xfrm>
          <a:prstGeom prst="rect">
            <a:avLst/>
          </a:prstGeom>
        </p:spPr>
      </p:pic>
      <p:pic>
        <p:nvPicPr>
          <p:cNvPr id="29" name="Picture 28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 rot="5400000">
            <a:off x="10473055" y="2106295"/>
            <a:ext cx="57975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5275" y="517525"/>
            <a:ext cx="1198880" cy="46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dirty="0"/>
              <a:t>Demo</a:t>
            </a:r>
            <a:endParaRPr lang="en-US" sz="2200" b="1" dirty="0">
              <a:latin typeface="Georgia Pro"/>
              <a:cs typeface="Calibri Light" panose="020F03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98830" y="26612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https://illustrious-frangollo-3791ca.netlify.app</a:t>
            </a:r>
            <a:endParaRPr lang="en-US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154545" y="2661285"/>
            <a:ext cx="1979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Students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98830" y="39979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https://illustrious-frangollo-3791ca.netlify.app/login</a:t>
            </a:r>
            <a:endParaRPr lang="en-US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218045" y="3721100"/>
            <a:ext cx="9499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Admin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THINKCELLSHAPEDONOTDELETE" val="thinkcellActiveDocDoNotDelete"/>
</p:tagLst>
</file>

<file path=ppt/tags/tag10.xml><?xml version="1.0" encoding="utf-8"?>
<p:tagLst xmlns:p="http://schemas.openxmlformats.org/presentationml/2006/main">
  <p:tag name="THINKCELLSHAPEDONOTDELETE" val="thinkcellActiveDocDoNotDelete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7_Office Theme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0A7A0A"/>
      </a:accent2>
      <a:accent3>
        <a:srgbClr val="393185"/>
      </a:accent3>
      <a:accent4>
        <a:srgbClr val="3EA2E0"/>
      </a:accent4>
      <a:accent5>
        <a:srgbClr val="7F7F7F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9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WPS Presentation</Application>
  <PresentationFormat>Widescreen</PresentationFormat>
  <Paragraphs>44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 Light</vt:lpstr>
      <vt:lpstr>Georgia Pro</vt:lpstr>
      <vt:lpstr>Georgia</vt:lpstr>
      <vt:lpstr>Calibri Light</vt:lpstr>
      <vt:lpstr>Consolas</vt:lpstr>
      <vt:lpstr>Microsoft YaHei</vt:lpstr>
      <vt:lpstr>Arial Unicode MS</vt:lpstr>
      <vt:lpstr>7_Office Theme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DSN Commnunity Certificate Issuer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for Hospitality Industry : Engagement with The Lagos Intercontinental Hotel</dc:title>
  <dc:creator>Bayo Adekanmbi</dc:creator>
  <cp:lastModifiedBy>Olanrewaju Lawal</cp:lastModifiedBy>
  <cp:revision>779</cp:revision>
  <dcterms:created xsi:type="dcterms:W3CDTF">2024-05-11T07:53:00Z</dcterms:created>
  <dcterms:modified xsi:type="dcterms:W3CDTF">2024-08-07T07:43:08Z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76659B24F67D47E28CE1E50CCE1D90E1_12</vt:lpwstr>
  </property>
  <property fmtid="{D5CDD505-2E9C-101B-9397-08002B2CF9AE}" pid="3" name="KSOProductBuildVer">
    <vt:lpwstr>1033-12.2.0.17153</vt:lpwstr>
  </property>
</Properties>
</file>